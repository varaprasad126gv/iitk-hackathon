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5923F103-BC34-4FE4-A40E-EDDEECFDA5D0}" type="datetimeFigureOut">
              <a:rPr lang="en-US" smtClean="0"/>
              <a:pPr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4406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3430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1394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1/11/2026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817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1/11/2026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6587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1/11/2026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4175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1/11/2026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5634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1/11/2026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3196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1/11/2026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7985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smtClean="0"/>
              <a:t>1/11/2026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091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939938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9795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smtClean="0"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51566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593781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730006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6D93-FCAC-47E0-A2EE-787E62CA814C}" type="datetimeFigureOut">
              <a:rPr lang="en-US" smtClean="0"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35291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79A6-0FD0-4734-A311-86BFCA472E6E}" type="datetimeFigureOut">
              <a:rPr lang="en-US" smtClean="0"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7922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BE451C3-0FF4-47C4-B829-773ADF60F88C}" type="datetimeFigureOut">
              <a:rPr lang="en-US" smtClean="0"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894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Narrative Consistency Checker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Team: ECO GENESIS</a:t>
            </a:r>
          </a:p>
          <a:p>
            <a:pPr marL="0" indent="0">
              <a:buNone/>
            </a:pPr>
            <a:r>
              <a:rPr dirty="0"/>
              <a:t>V</a:t>
            </a:r>
            <a:r>
              <a:rPr lang="en-US" dirty="0"/>
              <a:t>add</a:t>
            </a:r>
            <a:r>
              <a:rPr dirty="0"/>
              <a:t>e Varaprasad</a:t>
            </a:r>
          </a:p>
          <a:p>
            <a:pPr marL="0" indent="0">
              <a:buNone/>
            </a:pPr>
            <a:r>
              <a:rPr dirty="0"/>
              <a:t>Akula Charan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Misinformation in narratives</a:t>
            </a:r>
          </a:p>
          <a:p>
            <a:r>
              <a:rPr dirty="0"/>
              <a:t>Contradictory statements</a:t>
            </a:r>
          </a:p>
          <a:p>
            <a:r>
              <a:rPr dirty="0"/>
              <a:t> Manual verification is hard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AI-based consistency checker</a:t>
            </a:r>
          </a:p>
          <a:p>
            <a:r>
              <a:rPr dirty="0"/>
              <a:t>Multi-agent debate</a:t>
            </a:r>
          </a:p>
          <a:p>
            <a:r>
              <a:rPr dirty="0"/>
              <a:t>Confidence scoring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Preprocessing</a:t>
            </a:r>
          </a:p>
          <a:p>
            <a:r>
              <a:rPr dirty="0"/>
              <a:t>Entity Extraction</a:t>
            </a:r>
          </a:p>
          <a:p>
            <a:r>
              <a:rPr dirty="0"/>
              <a:t>Agents</a:t>
            </a:r>
          </a:p>
          <a:p>
            <a:r>
              <a:rPr lang="en-US" dirty="0"/>
              <a:t>J</a:t>
            </a:r>
            <a:r>
              <a:rPr dirty="0"/>
              <a:t>udge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Negation detection</a:t>
            </a:r>
          </a:p>
          <a:p>
            <a:r>
              <a:rPr dirty="0"/>
              <a:t>Explainable verdicts</a:t>
            </a:r>
          </a:p>
          <a:p>
            <a:r>
              <a:rPr dirty="0"/>
              <a:t> </a:t>
            </a:r>
            <a:r>
              <a:rPr dirty="0" err="1"/>
              <a:t>Streamlit</a:t>
            </a:r>
            <a:r>
              <a:rPr dirty="0"/>
              <a:t> UI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Detects inconsistencies</a:t>
            </a:r>
          </a:p>
          <a:p>
            <a:r>
              <a:rPr dirty="0"/>
              <a:t> Confidence-based score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Knowledge graphs</a:t>
            </a:r>
          </a:p>
          <a:p>
            <a:r>
              <a:rPr dirty="0"/>
              <a:t>Prediction modeling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Team EC</a:t>
            </a:r>
            <a:r>
              <a:rPr lang="en-US" dirty="0"/>
              <a:t>O-</a:t>
            </a:r>
            <a:r>
              <a:rPr dirty="0"/>
              <a:t>GENESIS</a:t>
            </a:r>
          </a:p>
          <a:p>
            <a:pPr marL="0" indent="0">
              <a:buNone/>
            </a:pPr>
            <a:r>
              <a:rPr dirty="0"/>
              <a:t>Vadde Varaprasad</a:t>
            </a:r>
          </a:p>
          <a:p>
            <a:pPr marL="0" indent="0">
              <a:buNone/>
            </a:pPr>
            <a:r>
              <a:rPr dirty="0"/>
              <a:t>Akula Charan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AB946B"/>
      </a:accent1>
      <a:accent2>
        <a:srgbClr val="C04F32"/>
      </a:accent2>
      <a:accent3>
        <a:srgbClr val="DD8C3C"/>
      </a:accent3>
      <a:accent4>
        <a:srgbClr val="8E684C"/>
      </a:accent4>
      <a:accent5>
        <a:srgbClr val="CBAF62"/>
      </a:accent5>
      <a:accent6>
        <a:srgbClr val="803348"/>
      </a:accent6>
      <a:hlink>
        <a:srgbClr val="86724D"/>
      </a:hlink>
      <a:folHlink>
        <a:srgbClr val="B99E84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A2BEDC8B-F191-493B-BA33-0F4F800A89D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</TotalTime>
  <Words>74</Words>
  <Application>Microsoft Office PowerPoint</Application>
  <PresentationFormat>Widescreen</PresentationFormat>
  <Paragraphs>31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Garamond</vt:lpstr>
      <vt:lpstr>Organic</vt:lpstr>
      <vt:lpstr>Narrative Consistency Checker</vt:lpstr>
      <vt:lpstr>Problem Statement</vt:lpstr>
      <vt:lpstr>Proposed Solution</vt:lpstr>
      <vt:lpstr>System Architecture</vt:lpstr>
      <vt:lpstr>Key Features</vt:lpstr>
      <vt:lpstr>Results</vt:lpstr>
      <vt:lpstr>Future Scope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Narrative Consistency Checker</dc:title>
  <dc:subject/>
  <dc:creator/>
  <cp:keywords/>
  <dc:description>generated using python-pptx</dc:description>
  <cp:lastModifiedBy>Vadde Varaprasad</cp:lastModifiedBy>
  <cp:revision>3</cp:revision>
  <dcterms:created xsi:type="dcterms:W3CDTF">2013-01-27T09:14:16Z</dcterms:created>
  <dcterms:modified xsi:type="dcterms:W3CDTF">2026-01-11T13:59:21Z</dcterms:modified>
  <cp:category/>
</cp:coreProperties>
</file>